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8"/>
    <p:restoredTop sz="94660"/>
  </p:normalViewPr>
  <p:slideViewPr>
    <p:cSldViewPr snapToGrid="0">
      <p:cViewPr varScale="1">
        <p:scale>
          <a:sx n="89" d="100"/>
          <a:sy n="89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3D501-B86C-4F1E-89BD-4735EC51F0E1}" type="doc">
      <dgm:prSet loTypeId="urn:microsoft.com/office/officeart/2005/8/layout/process5" loCatId="process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69A4D89C-4DCC-40DD-9E0C-516A1DF9ECC3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Administrator</a:t>
          </a:r>
        </a:p>
        <a:p>
          <a:pPr>
            <a:buFont typeface="+mj-lt"/>
            <a:buAutoNum type="arabicPeriod"/>
          </a:pPr>
          <a:r>
            <a:rPr lang="en-US" dirty="0"/>
            <a:t>Administrator logs into the secure ballot administration system</a:t>
          </a:r>
          <a:endParaRPr lang="en-IN" dirty="0"/>
        </a:p>
      </dgm:t>
    </dgm:pt>
    <dgm:pt modelId="{ED91EEE6-D16A-49C0-B130-7DFFA30493E1}" type="parTrans" cxnId="{7C2A5291-881D-498F-AE03-758F10CBB076}">
      <dgm:prSet/>
      <dgm:spPr/>
      <dgm:t>
        <a:bodyPr/>
        <a:lstStyle/>
        <a:p>
          <a:endParaRPr lang="en-IN"/>
        </a:p>
      </dgm:t>
    </dgm:pt>
    <dgm:pt modelId="{1B678897-0391-4206-8B6D-2A2F107D21CD}" type="sibTrans" cxnId="{7C2A5291-881D-498F-AE03-758F10CBB076}">
      <dgm:prSet/>
      <dgm:spPr/>
      <dgm:t>
        <a:bodyPr/>
        <a:lstStyle/>
        <a:p>
          <a:endParaRPr lang="en-IN"/>
        </a:p>
      </dgm:t>
    </dgm:pt>
    <dgm:pt modelId="{D64B9183-7271-4CD0-9BF3-AEEAD36B54A2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Ballot is submitted for approval</a:t>
          </a:r>
          <a:endParaRPr lang="en-IN" dirty="0"/>
        </a:p>
      </dgm:t>
    </dgm:pt>
    <dgm:pt modelId="{6EEBDCE7-E478-4F04-BB26-86B7A16EF30D}" type="parTrans" cxnId="{5D724076-3174-4B84-ADE9-CC293F5B127B}">
      <dgm:prSet/>
      <dgm:spPr/>
      <dgm:t>
        <a:bodyPr/>
        <a:lstStyle/>
        <a:p>
          <a:endParaRPr lang="en-IN"/>
        </a:p>
      </dgm:t>
    </dgm:pt>
    <dgm:pt modelId="{CEA1D6CF-FD70-4120-A15A-9C479457300D}" type="sibTrans" cxnId="{5D724076-3174-4B84-ADE9-CC293F5B127B}">
      <dgm:prSet/>
      <dgm:spPr/>
      <dgm:t>
        <a:bodyPr/>
        <a:lstStyle/>
        <a:p>
          <a:endParaRPr lang="en-IN"/>
        </a:p>
      </dgm:t>
    </dgm:pt>
    <dgm:pt modelId="{BF2B5A88-C9B0-45EC-85E7-115D53A4AB8C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Ballot line items (questions or candidates) are added</a:t>
          </a:r>
          <a:endParaRPr lang="en-IN" dirty="0"/>
        </a:p>
      </dgm:t>
    </dgm:pt>
    <dgm:pt modelId="{29A7BD89-8649-4EBA-BF4D-38FF38FB418C}" type="parTrans" cxnId="{8F0F56FB-C2A5-4AE8-B102-CBB6DA0367D6}">
      <dgm:prSet/>
      <dgm:spPr/>
      <dgm:t>
        <a:bodyPr/>
        <a:lstStyle/>
        <a:p>
          <a:endParaRPr lang="en-IN"/>
        </a:p>
      </dgm:t>
    </dgm:pt>
    <dgm:pt modelId="{5FE68665-F8F2-4DA2-B690-FE359FE7B374}" type="sibTrans" cxnId="{8F0F56FB-C2A5-4AE8-B102-CBB6DA0367D6}">
      <dgm:prSet/>
      <dgm:spPr/>
      <dgm:t>
        <a:bodyPr/>
        <a:lstStyle/>
        <a:p>
          <a:endParaRPr lang="en-IN"/>
        </a:p>
      </dgm:t>
    </dgm:pt>
    <dgm:pt modelId="{AD9D7560-7A9C-4ABB-A9E7-E3C0832E72D9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Administrator creates a new ballot</a:t>
          </a:r>
          <a:endParaRPr lang="en-IN" dirty="0"/>
        </a:p>
      </dgm:t>
    </dgm:pt>
    <dgm:pt modelId="{DD686C67-0D36-43F1-9D25-4E5080C5EFDB}" type="parTrans" cxnId="{7F7A5518-1643-44D5-AFD7-74A8F517148E}">
      <dgm:prSet/>
      <dgm:spPr/>
      <dgm:t>
        <a:bodyPr/>
        <a:lstStyle/>
        <a:p>
          <a:endParaRPr lang="en-IN"/>
        </a:p>
      </dgm:t>
    </dgm:pt>
    <dgm:pt modelId="{7FD239E0-64F4-4FE1-8AA6-CC8ED9086097}" type="sibTrans" cxnId="{7F7A5518-1643-44D5-AFD7-74A8F517148E}">
      <dgm:prSet/>
      <dgm:spPr/>
      <dgm:t>
        <a:bodyPr/>
        <a:lstStyle/>
        <a:p>
          <a:endParaRPr lang="en-IN"/>
        </a:p>
      </dgm:t>
    </dgm:pt>
    <dgm:pt modelId="{547A812A-B5C3-473D-BC42-C34C943A695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Ballot header is configured (title, instructions, voting dates)</a:t>
          </a:r>
          <a:endParaRPr lang="en-IN" dirty="0"/>
        </a:p>
      </dgm:t>
    </dgm:pt>
    <dgm:pt modelId="{F1F0CCA4-5083-4812-BEE6-FA1BB1F59495}" type="parTrans" cxnId="{2E47ED70-B59E-4C93-BAAD-1E322CB59937}">
      <dgm:prSet/>
      <dgm:spPr/>
      <dgm:t>
        <a:bodyPr/>
        <a:lstStyle/>
        <a:p>
          <a:endParaRPr lang="en-IN"/>
        </a:p>
      </dgm:t>
    </dgm:pt>
    <dgm:pt modelId="{5F4BECC4-E9E9-4761-B15F-55E7CCED4362}" type="sibTrans" cxnId="{2E47ED70-B59E-4C93-BAAD-1E322CB59937}">
      <dgm:prSet/>
      <dgm:spPr/>
      <dgm:t>
        <a:bodyPr/>
        <a:lstStyle/>
        <a:p>
          <a:endParaRPr lang="en-IN"/>
        </a:p>
      </dgm:t>
    </dgm:pt>
    <dgm:pt modelId="{5D821C37-055B-4D49-AC46-5E6D4EAD725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Voter eligibility rules are defined</a:t>
          </a:r>
          <a:endParaRPr lang="en-IN" dirty="0"/>
        </a:p>
      </dgm:t>
    </dgm:pt>
    <dgm:pt modelId="{9576E45E-4DA8-42B4-B61B-D1C5D83548EA}" type="parTrans" cxnId="{6CCF37F5-E298-4F5B-AA15-1AC170F85209}">
      <dgm:prSet/>
      <dgm:spPr/>
      <dgm:t>
        <a:bodyPr/>
        <a:lstStyle/>
        <a:p>
          <a:endParaRPr lang="en-IN"/>
        </a:p>
      </dgm:t>
    </dgm:pt>
    <dgm:pt modelId="{8E9500B9-0192-4B7D-ADD7-5D8793614E7B}" type="sibTrans" cxnId="{6CCF37F5-E298-4F5B-AA15-1AC170F85209}">
      <dgm:prSet/>
      <dgm:spPr/>
      <dgm:t>
        <a:bodyPr/>
        <a:lstStyle/>
        <a:p>
          <a:endParaRPr lang="en-IN"/>
        </a:p>
      </dgm:t>
    </dgm:pt>
    <dgm:pt modelId="{E8D0B65B-998D-4CE5-8137-229CA13971F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Approved ballot is published to the voter portal</a:t>
          </a:r>
          <a:endParaRPr lang="en-IN" dirty="0"/>
        </a:p>
      </dgm:t>
    </dgm:pt>
    <dgm:pt modelId="{59BAE58F-A56E-482B-9B06-5B5A32211D9F}" type="parTrans" cxnId="{AAF48579-9652-4494-AEB0-A0E93699A6F5}">
      <dgm:prSet/>
      <dgm:spPr/>
      <dgm:t>
        <a:bodyPr/>
        <a:lstStyle/>
        <a:p>
          <a:endParaRPr lang="en-IN"/>
        </a:p>
      </dgm:t>
    </dgm:pt>
    <dgm:pt modelId="{9DF19F4D-0687-4336-9960-7C2573730D1F}" type="sibTrans" cxnId="{AAF48579-9652-4494-AEB0-A0E93699A6F5}">
      <dgm:prSet/>
      <dgm:spPr/>
      <dgm:t>
        <a:bodyPr/>
        <a:lstStyle/>
        <a:p>
          <a:endParaRPr lang="en-IN"/>
        </a:p>
      </dgm:t>
    </dgm:pt>
    <dgm:pt modelId="{852B19B2-1CB9-4139-8BA1-413FCEA14DB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Election authority reviews and approves the ballot</a:t>
          </a:r>
          <a:endParaRPr lang="en-IN" dirty="0"/>
        </a:p>
      </dgm:t>
    </dgm:pt>
    <dgm:pt modelId="{9CB1A39C-C196-45D8-A7ED-2EB1A4087F5C}" type="parTrans" cxnId="{9B03BD68-EE8A-4462-AB12-0842CBFA5E33}">
      <dgm:prSet/>
      <dgm:spPr/>
      <dgm:t>
        <a:bodyPr/>
        <a:lstStyle/>
        <a:p>
          <a:endParaRPr lang="en-IN"/>
        </a:p>
      </dgm:t>
    </dgm:pt>
    <dgm:pt modelId="{E038A686-78DE-4959-9C3E-1A6C0A4248F3}" type="sibTrans" cxnId="{9B03BD68-EE8A-4462-AB12-0842CBFA5E33}">
      <dgm:prSet/>
      <dgm:spPr/>
      <dgm:t>
        <a:bodyPr/>
        <a:lstStyle/>
        <a:p>
          <a:endParaRPr lang="en-IN"/>
        </a:p>
      </dgm:t>
    </dgm:pt>
    <dgm:pt modelId="{366CCD40-EEE3-47BC-B081-CCD06637CF3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Voters access the ballot and submit their votes</a:t>
          </a:r>
          <a:endParaRPr lang="en-IN" dirty="0"/>
        </a:p>
      </dgm:t>
    </dgm:pt>
    <dgm:pt modelId="{DCE6CB7E-A533-477F-82B7-E9D33E03E781}" type="parTrans" cxnId="{C4A1240A-74EB-4280-B719-B7736C426E1A}">
      <dgm:prSet/>
      <dgm:spPr/>
      <dgm:t>
        <a:bodyPr/>
        <a:lstStyle/>
        <a:p>
          <a:endParaRPr lang="en-IN"/>
        </a:p>
      </dgm:t>
    </dgm:pt>
    <dgm:pt modelId="{CCEF6B34-B92B-4414-8875-793A501CD099}" type="sibTrans" cxnId="{C4A1240A-74EB-4280-B719-B7736C426E1A}">
      <dgm:prSet/>
      <dgm:spPr/>
      <dgm:t>
        <a:bodyPr/>
        <a:lstStyle/>
        <a:p>
          <a:endParaRPr lang="en-IN"/>
        </a:p>
      </dgm:t>
    </dgm:pt>
    <dgm:pt modelId="{9C26C7B2-E1E5-4FE7-8066-0770EB43DC9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System records votes and stores them securely</a:t>
          </a:r>
          <a:endParaRPr lang="en-IN" dirty="0"/>
        </a:p>
      </dgm:t>
    </dgm:pt>
    <dgm:pt modelId="{CF8B8EA1-32E2-4BDA-AE6B-6842DD1E2DD3}" type="parTrans" cxnId="{1873B454-1C8B-4E14-BA49-9D07D0E62E90}">
      <dgm:prSet/>
      <dgm:spPr/>
      <dgm:t>
        <a:bodyPr/>
        <a:lstStyle/>
        <a:p>
          <a:endParaRPr lang="en-IN"/>
        </a:p>
      </dgm:t>
    </dgm:pt>
    <dgm:pt modelId="{56EED5F1-F930-441D-8587-4F6068A5ECF3}" type="sibTrans" cxnId="{1873B454-1C8B-4E14-BA49-9D07D0E62E90}">
      <dgm:prSet/>
      <dgm:spPr/>
      <dgm:t>
        <a:bodyPr/>
        <a:lstStyle/>
        <a:p>
          <a:endParaRPr lang="en-IN"/>
        </a:p>
      </dgm:t>
    </dgm:pt>
    <dgm:pt modelId="{CFD1347A-E36D-487E-B332-FD26F3DAB0D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Voting closes after the defined time period</a:t>
          </a:r>
          <a:endParaRPr lang="en-IN" dirty="0"/>
        </a:p>
      </dgm:t>
    </dgm:pt>
    <dgm:pt modelId="{77E8EB28-0F7C-4313-97AF-65F789A43CD0}" type="parTrans" cxnId="{DC3AEC10-A9D9-4F37-9958-C04FCABB3C2B}">
      <dgm:prSet/>
      <dgm:spPr/>
      <dgm:t>
        <a:bodyPr/>
        <a:lstStyle/>
        <a:p>
          <a:endParaRPr lang="en-IN"/>
        </a:p>
      </dgm:t>
    </dgm:pt>
    <dgm:pt modelId="{D8928538-6CF2-4D62-80F2-91FA01152696}" type="sibTrans" cxnId="{DC3AEC10-A9D9-4F37-9958-C04FCABB3C2B}">
      <dgm:prSet/>
      <dgm:spPr/>
      <dgm:t>
        <a:bodyPr/>
        <a:lstStyle/>
        <a:p>
          <a:endParaRPr lang="en-IN"/>
        </a:p>
      </dgm:t>
    </dgm:pt>
    <dgm:pt modelId="{F75F3DF6-7549-42A4-A741-46D32FA93D2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Ballot tabulation engine generates election results</a:t>
          </a:r>
          <a:endParaRPr lang="en-IN" dirty="0"/>
        </a:p>
      </dgm:t>
    </dgm:pt>
    <dgm:pt modelId="{73C0ED37-8F25-48FF-B993-28CC6E029FDD}" type="parTrans" cxnId="{73953DC7-F3E1-4602-940B-C9B634470A7B}">
      <dgm:prSet/>
      <dgm:spPr/>
      <dgm:t>
        <a:bodyPr/>
        <a:lstStyle/>
        <a:p>
          <a:endParaRPr lang="en-IN"/>
        </a:p>
      </dgm:t>
    </dgm:pt>
    <dgm:pt modelId="{DB2E843A-4107-47E4-9A98-486AB10478F4}" type="sibTrans" cxnId="{73953DC7-F3E1-4602-940B-C9B634470A7B}">
      <dgm:prSet/>
      <dgm:spPr/>
      <dgm:t>
        <a:bodyPr/>
        <a:lstStyle/>
        <a:p>
          <a:endParaRPr lang="en-IN"/>
        </a:p>
      </dgm:t>
    </dgm:pt>
    <dgm:pt modelId="{EC4A5BD8-0CB4-407C-A172-AF8703AE0623}" type="pres">
      <dgm:prSet presAssocID="{F9D3D501-B86C-4F1E-89BD-4735EC51F0E1}" presName="diagram" presStyleCnt="0">
        <dgm:presLayoutVars>
          <dgm:dir/>
          <dgm:resizeHandles val="exact"/>
        </dgm:presLayoutVars>
      </dgm:prSet>
      <dgm:spPr/>
    </dgm:pt>
    <dgm:pt modelId="{2BABB723-0A08-4615-BE13-5160FAC73EBF}" type="pres">
      <dgm:prSet presAssocID="{69A4D89C-4DCC-40DD-9E0C-516A1DF9ECC3}" presName="node" presStyleLbl="node1" presStyleIdx="0" presStyleCnt="12">
        <dgm:presLayoutVars>
          <dgm:bulletEnabled val="1"/>
        </dgm:presLayoutVars>
      </dgm:prSet>
      <dgm:spPr/>
    </dgm:pt>
    <dgm:pt modelId="{CE6804A1-E2D7-4FB3-96D2-BE5918A19695}" type="pres">
      <dgm:prSet presAssocID="{1B678897-0391-4206-8B6D-2A2F107D21CD}" presName="sibTrans" presStyleLbl="sibTrans2D1" presStyleIdx="0" presStyleCnt="11"/>
      <dgm:spPr/>
    </dgm:pt>
    <dgm:pt modelId="{38D2E484-D342-4B75-93C2-F0E971AC0892}" type="pres">
      <dgm:prSet presAssocID="{1B678897-0391-4206-8B6D-2A2F107D21CD}" presName="connectorText" presStyleLbl="sibTrans2D1" presStyleIdx="0" presStyleCnt="11"/>
      <dgm:spPr/>
    </dgm:pt>
    <dgm:pt modelId="{7E08AC89-0A37-4D38-953F-5598D9D6D85D}" type="pres">
      <dgm:prSet presAssocID="{AD9D7560-7A9C-4ABB-A9E7-E3C0832E72D9}" presName="node" presStyleLbl="node1" presStyleIdx="1" presStyleCnt="12">
        <dgm:presLayoutVars>
          <dgm:bulletEnabled val="1"/>
        </dgm:presLayoutVars>
      </dgm:prSet>
      <dgm:spPr/>
    </dgm:pt>
    <dgm:pt modelId="{A525BCF4-5DE5-4642-8C19-3F645E88B35D}" type="pres">
      <dgm:prSet presAssocID="{7FD239E0-64F4-4FE1-8AA6-CC8ED9086097}" presName="sibTrans" presStyleLbl="sibTrans2D1" presStyleIdx="1" presStyleCnt="11"/>
      <dgm:spPr/>
    </dgm:pt>
    <dgm:pt modelId="{A0D1E0E7-3D5A-4B80-9E0A-5298EB053FC7}" type="pres">
      <dgm:prSet presAssocID="{7FD239E0-64F4-4FE1-8AA6-CC8ED9086097}" presName="connectorText" presStyleLbl="sibTrans2D1" presStyleIdx="1" presStyleCnt="11"/>
      <dgm:spPr/>
    </dgm:pt>
    <dgm:pt modelId="{26FF3AAE-43FB-4DB3-A01D-76524527BABE}" type="pres">
      <dgm:prSet presAssocID="{547A812A-B5C3-473D-BC42-C34C943A695E}" presName="node" presStyleLbl="node1" presStyleIdx="2" presStyleCnt="12">
        <dgm:presLayoutVars>
          <dgm:bulletEnabled val="1"/>
        </dgm:presLayoutVars>
      </dgm:prSet>
      <dgm:spPr/>
    </dgm:pt>
    <dgm:pt modelId="{A783314F-6A24-413F-A958-D99CEE17C3B3}" type="pres">
      <dgm:prSet presAssocID="{5F4BECC4-E9E9-4761-B15F-55E7CCED4362}" presName="sibTrans" presStyleLbl="sibTrans2D1" presStyleIdx="2" presStyleCnt="11"/>
      <dgm:spPr/>
    </dgm:pt>
    <dgm:pt modelId="{20597D76-BF11-42D7-8072-A3E33C1A6DA4}" type="pres">
      <dgm:prSet presAssocID="{5F4BECC4-E9E9-4761-B15F-55E7CCED4362}" presName="connectorText" presStyleLbl="sibTrans2D1" presStyleIdx="2" presStyleCnt="11"/>
      <dgm:spPr/>
    </dgm:pt>
    <dgm:pt modelId="{10D4093F-6EE2-47D5-BD79-C65B570DB755}" type="pres">
      <dgm:prSet presAssocID="{5D821C37-055B-4D49-AC46-5E6D4EAD7250}" presName="node" presStyleLbl="node1" presStyleIdx="3" presStyleCnt="12">
        <dgm:presLayoutVars>
          <dgm:bulletEnabled val="1"/>
        </dgm:presLayoutVars>
      </dgm:prSet>
      <dgm:spPr/>
    </dgm:pt>
    <dgm:pt modelId="{9ED8263B-2BBB-4414-957C-9A785E19FD4B}" type="pres">
      <dgm:prSet presAssocID="{8E9500B9-0192-4B7D-ADD7-5D8793614E7B}" presName="sibTrans" presStyleLbl="sibTrans2D1" presStyleIdx="3" presStyleCnt="11"/>
      <dgm:spPr/>
    </dgm:pt>
    <dgm:pt modelId="{2639E658-D08B-433F-8AF4-508443AD5693}" type="pres">
      <dgm:prSet presAssocID="{8E9500B9-0192-4B7D-ADD7-5D8793614E7B}" presName="connectorText" presStyleLbl="sibTrans2D1" presStyleIdx="3" presStyleCnt="11"/>
      <dgm:spPr/>
    </dgm:pt>
    <dgm:pt modelId="{53E9CCAB-4853-4B91-BF99-D5F58FABD22E}" type="pres">
      <dgm:prSet presAssocID="{E8D0B65B-998D-4CE5-8137-229CA13971FC}" presName="node" presStyleLbl="node1" presStyleIdx="4" presStyleCnt="12">
        <dgm:presLayoutVars>
          <dgm:bulletEnabled val="1"/>
        </dgm:presLayoutVars>
      </dgm:prSet>
      <dgm:spPr/>
    </dgm:pt>
    <dgm:pt modelId="{0970D718-8997-4F7D-8141-853DE5C2BC94}" type="pres">
      <dgm:prSet presAssocID="{9DF19F4D-0687-4336-9960-7C2573730D1F}" presName="sibTrans" presStyleLbl="sibTrans2D1" presStyleIdx="4" presStyleCnt="11"/>
      <dgm:spPr/>
    </dgm:pt>
    <dgm:pt modelId="{C57E8DA5-622A-4C59-A78B-6D34AD44B022}" type="pres">
      <dgm:prSet presAssocID="{9DF19F4D-0687-4336-9960-7C2573730D1F}" presName="connectorText" presStyleLbl="sibTrans2D1" presStyleIdx="4" presStyleCnt="11"/>
      <dgm:spPr/>
    </dgm:pt>
    <dgm:pt modelId="{128FEB23-75EA-4DB3-A4BA-0C245E0AF777}" type="pres">
      <dgm:prSet presAssocID="{852B19B2-1CB9-4139-8BA1-413FCEA14DB1}" presName="node" presStyleLbl="node1" presStyleIdx="5" presStyleCnt="12">
        <dgm:presLayoutVars>
          <dgm:bulletEnabled val="1"/>
        </dgm:presLayoutVars>
      </dgm:prSet>
      <dgm:spPr/>
    </dgm:pt>
    <dgm:pt modelId="{68D51E05-3844-4AB5-9421-7CB785E3A7BF}" type="pres">
      <dgm:prSet presAssocID="{E038A686-78DE-4959-9C3E-1A6C0A4248F3}" presName="sibTrans" presStyleLbl="sibTrans2D1" presStyleIdx="5" presStyleCnt="11"/>
      <dgm:spPr/>
    </dgm:pt>
    <dgm:pt modelId="{F8C65AC1-6A95-4EE2-8C10-193C26708C95}" type="pres">
      <dgm:prSet presAssocID="{E038A686-78DE-4959-9C3E-1A6C0A4248F3}" presName="connectorText" presStyleLbl="sibTrans2D1" presStyleIdx="5" presStyleCnt="11"/>
      <dgm:spPr/>
    </dgm:pt>
    <dgm:pt modelId="{A6C797F7-F344-4D85-AB38-04EB32F3F20C}" type="pres">
      <dgm:prSet presAssocID="{D64B9183-7271-4CD0-9BF3-AEEAD36B54A2}" presName="node" presStyleLbl="node1" presStyleIdx="6" presStyleCnt="12">
        <dgm:presLayoutVars>
          <dgm:bulletEnabled val="1"/>
        </dgm:presLayoutVars>
      </dgm:prSet>
      <dgm:spPr/>
    </dgm:pt>
    <dgm:pt modelId="{89A19E67-9BFE-4DB6-B510-92135C487022}" type="pres">
      <dgm:prSet presAssocID="{CEA1D6CF-FD70-4120-A15A-9C479457300D}" presName="sibTrans" presStyleLbl="sibTrans2D1" presStyleIdx="6" presStyleCnt="11"/>
      <dgm:spPr/>
    </dgm:pt>
    <dgm:pt modelId="{D65827E3-FCAC-4740-A6AB-4AF9941F7863}" type="pres">
      <dgm:prSet presAssocID="{CEA1D6CF-FD70-4120-A15A-9C479457300D}" presName="connectorText" presStyleLbl="sibTrans2D1" presStyleIdx="6" presStyleCnt="11"/>
      <dgm:spPr/>
    </dgm:pt>
    <dgm:pt modelId="{480D4919-345B-41D1-BA4F-F75EF2BFB98E}" type="pres">
      <dgm:prSet presAssocID="{BF2B5A88-C9B0-45EC-85E7-115D53A4AB8C}" presName="node" presStyleLbl="node1" presStyleIdx="7" presStyleCnt="12">
        <dgm:presLayoutVars>
          <dgm:bulletEnabled val="1"/>
        </dgm:presLayoutVars>
      </dgm:prSet>
      <dgm:spPr/>
    </dgm:pt>
    <dgm:pt modelId="{7559788B-F2C7-4FE5-A264-46A2292E7832}" type="pres">
      <dgm:prSet presAssocID="{5FE68665-F8F2-4DA2-B690-FE359FE7B374}" presName="sibTrans" presStyleLbl="sibTrans2D1" presStyleIdx="7" presStyleCnt="11"/>
      <dgm:spPr/>
    </dgm:pt>
    <dgm:pt modelId="{E72E2ED0-0C3D-4FFE-A7F1-50327A0270D0}" type="pres">
      <dgm:prSet presAssocID="{5FE68665-F8F2-4DA2-B690-FE359FE7B374}" presName="connectorText" presStyleLbl="sibTrans2D1" presStyleIdx="7" presStyleCnt="11"/>
      <dgm:spPr/>
    </dgm:pt>
    <dgm:pt modelId="{54C317E2-8B25-49CA-915E-00D976CA2BE4}" type="pres">
      <dgm:prSet presAssocID="{366CCD40-EEE3-47BC-B081-CCD06637CF37}" presName="node" presStyleLbl="node1" presStyleIdx="8" presStyleCnt="12">
        <dgm:presLayoutVars>
          <dgm:bulletEnabled val="1"/>
        </dgm:presLayoutVars>
      </dgm:prSet>
      <dgm:spPr/>
    </dgm:pt>
    <dgm:pt modelId="{0BD50FC7-F194-4BFA-9B10-1C2D37022F09}" type="pres">
      <dgm:prSet presAssocID="{CCEF6B34-B92B-4414-8875-793A501CD099}" presName="sibTrans" presStyleLbl="sibTrans2D1" presStyleIdx="8" presStyleCnt="11"/>
      <dgm:spPr/>
    </dgm:pt>
    <dgm:pt modelId="{287C8371-9753-4F50-9436-0EDFBC842C31}" type="pres">
      <dgm:prSet presAssocID="{CCEF6B34-B92B-4414-8875-793A501CD099}" presName="connectorText" presStyleLbl="sibTrans2D1" presStyleIdx="8" presStyleCnt="11"/>
      <dgm:spPr/>
    </dgm:pt>
    <dgm:pt modelId="{24F21BC8-BA1D-4544-9E94-C3005293E566}" type="pres">
      <dgm:prSet presAssocID="{9C26C7B2-E1E5-4FE7-8066-0770EB43DC97}" presName="node" presStyleLbl="node1" presStyleIdx="9" presStyleCnt="12">
        <dgm:presLayoutVars>
          <dgm:bulletEnabled val="1"/>
        </dgm:presLayoutVars>
      </dgm:prSet>
      <dgm:spPr/>
    </dgm:pt>
    <dgm:pt modelId="{599E5460-8D62-46B7-BCF3-F73E70247B29}" type="pres">
      <dgm:prSet presAssocID="{56EED5F1-F930-441D-8587-4F6068A5ECF3}" presName="sibTrans" presStyleLbl="sibTrans2D1" presStyleIdx="9" presStyleCnt="11"/>
      <dgm:spPr/>
    </dgm:pt>
    <dgm:pt modelId="{57A5D9D0-4CF1-4970-9CA2-64FEEF6DA227}" type="pres">
      <dgm:prSet presAssocID="{56EED5F1-F930-441D-8587-4F6068A5ECF3}" presName="connectorText" presStyleLbl="sibTrans2D1" presStyleIdx="9" presStyleCnt="11"/>
      <dgm:spPr/>
    </dgm:pt>
    <dgm:pt modelId="{1D3F53B0-8323-4083-80B9-49FCC1E4AF85}" type="pres">
      <dgm:prSet presAssocID="{CFD1347A-E36D-487E-B332-FD26F3DAB0DC}" presName="node" presStyleLbl="node1" presStyleIdx="10" presStyleCnt="12">
        <dgm:presLayoutVars>
          <dgm:bulletEnabled val="1"/>
        </dgm:presLayoutVars>
      </dgm:prSet>
      <dgm:spPr/>
    </dgm:pt>
    <dgm:pt modelId="{F13C87D9-EBA5-4623-A509-E96FD613967D}" type="pres">
      <dgm:prSet presAssocID="{D8928538-6CF2-4D62-80F2-91FA01152696}" presName="sibTrans" presStyleLbl="sibTrans2D1" presStyleIdx="10" presStyleCnt="11"/>
      <dgm:spPr/>
    </dgm:pt>
    <dgm:pt modelId="{269FE855-B42D-4FA2-9BF9-D7F4A997687C}" type="pres">
      <dgm:prSet presAssocID="{D8928538-6CF2-4D62-80F2-91FA01152696}" presName="connectorText" presStyleLbl="sibTrans2D1" presStyleIdx="10" presStyleCnt="11"/>
      <dgm:spPr/>
    </dgm:pt>
    <dgm:pt modelId="{9A3B7813-085E-4D9F-A3DA-736DCEF14ECC}" type="pres">
      <dgm:prSet presAssocID="{F75F3DF6-7549-42A4-A741-46D32FA93D20}" presName="node" presStyleLbl="node1" presStyleIdx="11" presStyleCnt="12">
        <dgm:presLayoutVars>
          <dgm:bulletEnabled val="1"/>
        </dgm:presLayoutVars>
      </dgm:prSet>
      <dgm:spPr/>
    </dgm:pt>
  </dgm:ptLst>
  <dgm:cxnLst>
    <dgm:cxn modelId="{C4A1240A-74EB-4280-B719-B7736C426E1A}" srcId="{F9D3D501-B86C-4F1E-89BD-4735EC51F0E1}" destId="{366CCD40-EEE3-47BC-B081-CCD06637CF37}" srcOrd="8" destOrd="0" parTransId="{DCE6CB7E-A533-477F-82B7-E9D33E03E781}" sibTransId="{CCEF6B34-B92B-4414-8875-793A501CD099}"/>
    <dgm:cxn modelId="{D92AAF0D-9FA8-41E2-93D7-1AFD02561AD2}" type="presOf" srcId="{E038A686-78DE-4959-9C3E-1A6C0A4248F3}" destId="{68D51E05-3844-4AB5-9421-7CB785E3A7BF}" srcOrd="0" destOrd="0" presId="urn:microsoft.com/office/officeart/2005/8/layout/process5"/>
    <dgm:cxn modelId="{EBDC030F-EF4F-4AFD-95A4-845377B4F6C9}" type="presOf" srcId="{5FE68665-F8F2-4DA2-B690-FE359FE7B374}" destId="{7559788B-F2C7-4FE5-A264-46A2292E7832}" srcOrd="0" destOrd="0" presId="urn:microsoft.com/office/officeart/2005/8/layout/process5"/>
    <dgm:cxn modelId="{65500C0F-B7C0-4B0D-957C-EFC7A4CA5B05}" type="presOf" srcId="{1B678897-0391-4206-8B6D-2A2F107D21CD}" destId="{CE6804A1-E2D7-4FB3-96D2-BE5918A19695}" srcOrd="0" destOrd="0" presId="urn:microsoft.com/office/officeart/2005/8/layout/process5"/>
    <dgm:cxn modelId="{DC3AEC10-A9D9-4F37-9958-C04FCABB3C2B}" srcId="{F9D3D501-B86C-4F1E-89BD-4735EC51F0E1}" destId="{CFD1347A-E36D-487E-B332-FD26F3DAB0DC}" srcOrd="10" destOrd="0" parTransId="{77E8EB28-0F7C-4313-97AF-65F789A43CD0}" sibTransId="{D8928538-6CF2-4D62-80F2-91FA01152696}"/>
    <dgm:cxn modelId="{E92F6918-9464-475A-9A02-7CFFBC9D7DD7}" type="presOf" srcId="{E038A686-78DE-4959-9C3E-1A6C0A4248F3}" destId="{F8C65AC1-6A95-4EE2-8C10-193C26708C95}" srcOrd="1" destOrd="0" presId="urn:microsoft.com/office/officeart/2005/8/layout/process5"/>
    <dgm:cxn modelId="{7F7A5518-1643-44D5-AFD7-74A8F517148E}" srcId="{F9D3D501-B86C-4F1E-89BD-4735EC51F0E1}" destId="{AD9D7560-7A9C-4ABB-A9E7-E3C0832E72D9}" srcOrd="1" destOrd="0" parTransId="{DD686C67-0D36-43F1-9D25-4E5080C5EFDB}" sibTransId="{7FD239E0-64F4-4FE1-8AA6-CC8ED9086097}"/>
    <dgm:cxn modelId="{8607022A-F7A3-4A24-B108-11C35DC806A0}" type="presOf" srcId="{CEA1D6CF-FD70-4120-A15A-9C479457300D}" destId="{D65827E3-FCAC-4740-A6AB-4AF9941F7863}" srcOrd="1" destOrd="0" presId="urn:microsoft.com/office/officeart/2005/8/layout/process5"/>
    <dgm:cxn modelId="{92D36835-1323-4439-8834-CE815685C583}" type="presOf" srcId="{D8928538-6CF2-4D62-80F2-91FA01152696}" destId="{269FE855-B42D-4FA2-9BF9-D7F4A997687C}" srcOrd="1" destOrd="0" presId="urn:microsoft.com/office/officeart/2005/8/layout/process5"/>
    <dgm:cxn modelId="{7C0C8337-FC51-43D8-8271-3F3143336C08}" type="presOf" srcId="{366CCD40-EEE3-47BC-B081-CCD06637CF37}" destId="{54C317E2-8B25-49CA-915E-00D976CA2BE4}" srcOrd="0" destOrd="0" presId="urn:microsoft.com/office/officeart/2005/8/layout/process5"/>
    <dgm:cxn modelId="{F4AB9F3D-DD0C-40F8-A2C6-C844DCC865DC}" type="presOf" srcId="{69A4D89C-4DCC-40DD-9E0C-516A1DF9ECC3}" destId="{2BABB723-0A08-4615-BE13-5160FAC73EBF}" srcOrd="0" destOrd="0" presId="urn:microsoft.com/office/officeart/2005/8/layout/process5"/>
    <dgm:cxn modelId="{3108AF43-C5FC-4EC5-A8A1-A84EF986FA92}" type="presOf" srcId="{8E9500B9-0192-4B7D-ADD7-5D8793614E7B}" destId="{9ED8263B-2BBB-4414-957C-9A785E19FD4B}" srcOrd="0" destOrd="0" presId="urn:microsoft.com/office/officeart/2005/8/layout/process5"/>
    <dgm:cxn modelId="{9B03BD68-EE8A-4462-AB12-0842CBFA5E33}" srcId="{F9D3D501-B86C-4F1E-89BD-4735EC51F0E1}" destId="{852B19B2-1CB9-4139-8BA1-413FCEA14DB1}" srcOrd="5" destOrd="0" parTransId="{9CB1A39C-C196-45D8-A7ED-2EB1A4087F5C}" sibTransId="{E038A686-78DE-4959-9C3E-1A6C0A4248F3}"/>
    <dgm:cxn modelId="{0761816B-B13B-4F6F-8611-683CE32ACD49}" type="presOf" srcId="{5FE68665-F8F2-4DA2-B690-FE359FE7B374}" destId="{E72E2ED0-0C3D-4FFE-A7F1-50327A0270D0}" srcOrd="1" destOrd="0" presId="urn:microsoft.com/office/officeart/2005/8/layout/process5"/>
    <dgm:cxn modelId="{4F52D04B-1F80-467E-9737-116802CBCFDD}" type="presOf" srcId="{56EED5F1-F930-441D-8587-4F6068A5ECF3}" destId="{599E5460-8D62-46B7-BCF3-F73E70247B29}" srcOrd="0" destOrd="0" presId="urn:microsoft.com/office/officeart/2005/8/layout/process5"/>
    <dgm:cxn modelId="{0001196C-35F3-4A0F-B110-45D53EA5729D}" type="presOf" srcId="{BF2B5A88-C9B0-45EC-85E7-115D53A4AB8C}" destId="{480D4919-345B-41D1-BA4F-F75EF2BFB98E}" srcOrd="0" destOrd="0" presId="urn:microsoft.com/office/officeart/2005/8/layout/process5"/>
    <dgm:cxn modelId="{D4C2326D-6FE5-4DB3-98E9-EE8CC17C396E}" type="presOf" srcId="{D8928538-6CF2-4D62-80F2-91FA01152696}" destId="{F13C87D9-EBA5-4623-A509-E96FD613967D}" srcOrd="0" destOrd="0" presId="urn:microsoft.com/office/officeart/2005/8/layout/process5"/>
    <dgm:cxn modelId="{2E47ED70-B59E-4C93-BAAD-1E322CB59937}" srcId="{F9D3D501-B86C-4F1E-89BD-4735EC51F0E1}" destId="{547A812A-B5C3-473D-BC42-C34C943A695E}" srcOrd="2" destOrd="0" parTransId="{F1F0CCA4-5083-4812-BEE6-FA1BB1F59495}" sibTransId="{5F4BECC4-E9E9-4761-B15F-55E7CCED4362}"/>
    <dgm:cxn modelId="{1873B454-1C8B-4E14-BA49-9D07D0E62E90}" srcId="{F9D3D501-B86C-4F1E-89BD-4735EC51F0E1}" destId="{9C26C7B2-E1E5-4FE7-8066-0770EB43DC97}" srcOrd="9" destOrd="0" parTransId="{CF8B8EA1-32E2-4BDA-AE6B-6842DD1E2DD3}" sibTransId="{56EED5F1-F930-441D-8587-4F6068A5ECF3}"/>
    <dgm:cxn modelId="{C533CD75-BC90-4BC7-AD6F-9D48850251BF}" type="presOf" srcId="{547A812A-B5C3-473D-BC42-C34C943A695E}" destId="{26FF3AAE-43FB-4DB3-A01D-76524527BABE}" srcOrd="0" destOrd="0" presId="urn:microsoft.com/office/officeart/2005/8/layout/process5"/>
    <dgm:cxn modelId="{5D724076-3174-4B84-ADE9-CC293F5B127B}" srcId="{F9D3D501-B86C-4F1E-89BD-4735EC51F0E1}" destId="{D64B9183-7271-4CD0-9BF3-AEEAD36B54A2}" srcOrd="6" destOrd="0" parTransId="{6EEBDCE7-E478-4F04-BB26-86B7A16EF30D}" sibTransId="{CEA1D6CF-FD70-4120-A15A-9C479457300D}"/>
    <dgm:cxn modelId="{7882BA76-AC05-49B4-BC8D-F11C7E1A749B}" type="presOf" srcId="{5F4BECC4-E9E9-4761-B15F-55E7CCED4362}" destId="{A783314F-6A24-413F-A958-D99CEE17C3B3}" srcOrd="0" destOrd="0" presId="urn:microsoft.com/office/officeart/2005/8/layout/process5"/>
    <dgm:cxn modelId="{7A184F58-DD01-4DCB-AD94-05BE73E0F65B}" type="presOf" srcId="{AD9D7560-7A9C-4ABB-A9E7-E3C0832E72D9}" destId="{7E08AC89-0A37-4D38-953F-5598D9D6D85D}" srcOrd="0" destOrd="0" presId="urn:microsoft.com/office/officeart/2005/8/layout/process5"/>
    <dgm:cxn modelId="{AAF48579-9652-4494-AEB0-A0E93699A6F5}" srcId="{F9D3D501-B86C-4F1E-89BD-4735EC51F0E1}" destId="{E8D0B65B-998D-4CE5-8137-229CA13971FC}" srcOrd="4" destOrd="0" parTransId="{59BAE58F-A56E-482B-9B06-5B5A32211D9F}" sibTransId="{9DF19F4D-0687-4336-9960-7C2573730D1F}"/>
    <dgm:cxn modelId="{AB113E89-2B2D-4F3E-B35D-F7856C7C15F7}" type="presOf" srcId="{D64B9183-7271-4CD0-9BF3-AEEAD36B54A2}" destId="{A6C797F7-F344-4D85-AB38-04EB32F3F20C}" srcOrd="0" destOrd="0" presId="urn:microsoft.com/office/officeart/2005/8/layout/process5"/>
    <dgm:cxn modelId="{722BA48B-5774-4E20-A36F-023630695BCD}" type="presOf" srcId="{7FD239E0-64F4-4FE1-8AA6-CC8ED9086097}" destId="{A525BCF4-5DE5-4642-8C19-3F645E88B35D}" srcOrd="0" destOrd="0" presId="urn:microsoft.com/office/officeart/2005/8/layout/process5"/>
    <dgm:cxn modelId="{7C2A5291-881D-498F-AE03-758F10CBB076}" srcId="{F9D3D501-B86C-4F1E-89BD-4735EC51F0E1}" destId="{69A4D89C-4DCC-40DD-9E0C-516A1DF9ECC3}" srcOrd="0" destOrd="0" parTransId="{ED91EEE6-D16A-49C0-B130-7DFFA30493E1}" sibTransId="{1B678897-0391-4206-8B6D-2A2F107D21CD}"/>
    <dgm:cxn modelId="{248F3894-275F-44FF-8B79-63E929AF0AD4}" type="presOf" srcId="{7FD239E0-64F4-4FE1-8AA6-CC8ED9086097}" destId="{A0D1E0E7-3D5A-4B80-9E0A-5298EB053FC7}" srcOrd="1" destOrd="0" presId="urn:microsoft.com/office/officeart/2005/8/layout/process5"/>
    <dgm:cxn modelId="{D36AE498-A48D-478F-A61C-75BC56806444}" type="presOf" srcId="{CCEF6B34-B92B-4414-8875-793A501CD099}" destId="{0BD50FC7-F194-4BFA-9B10-1C2D37022F09}" srcOrd="0" destOrd="0" presId="urn:microsoft.com/office/officeart/2005/8/layout/process5"/>
    <dgm:cxn modelId="{BA8A409A-5302-4F45-B820-A33295BA90A7}" type="presOf" srcId="{CCEF6B34-B92B-4414-8875-793A501CD099}" destId="{287C8371-9753-4F50-9436-0EDFBC842C31}" srcOrd="1" destOrd="0" presId="urn:microsoft.com/office/officeart/2005/8/layout/process5"/>
    <dgm:cxn modelId="{F2609CA4-0047-4C4E-B352-2AC24D1A4425}" type="presOf" srcId="{CFD1347A-E36D-487E-B332-FD26F3DAB0DC}" destId="{1D3F53B0-8323-4083-80B9-49FCC1E4AF85}" srcOrd="0" destOrd="0" presId="urn:microsoft.com/office/officeart/2005/8/layout/process5"/>
    <dgm:cxn modelId="{8CD59DA4-F8DC-4D72-9D97-954099ACBED1}" type="presOf" srcId="{1B678897-0391-4206-8B6D-2A2F107D21CD}" destId="{38D2E484-D342-4B75-93C2-F0E971AC0892}" srcOrd="1" destOrd="0" presId="urn:microsoft.com/office/officeart/2005/8/layout/process5"/>
    <dgm:cxn modelId="{CCDA35BD-644B-48EF-9851-ED29FA054E43}" type="presOf" srcId="{8E9500B9-0192-4B7D-ADD7-5D8793614E7B}" destId="{2639E658-D08B-433F-8AF4-508443AD5693}" srcOrd="1" destOrd="0" presId="urn:microsoft.com/office/officeart/2005/8/layout/process5"/>
    <dgm:cxn modelId="{E8F01BC3-BCA0-4B1D-97AE-204175E5C273}" type="presOf" srcId="{9DF19F4D-0687-4336-9960-7C2573730D1F}" destId="{C57E8DA5-622A-4C59-A78B-6D34AD44B022}" srcOrd="1" destOrd="0" presId="urn:microsoft.com/office/officeart/2005/8/layout/process5"/>
    <dgm:cxn modelId="{73953DC7-F3E1-4602-940B-C9B634470A7B}" srcId="{F9D3D501-B86C-4F1E-89BD-4735EC51F0E1}" destId="{F75F3DF6-7549-42A4-A741-46D32FA93D20}" srcOrd="11" destOrd="0" parTransId="{73C0ED37-8F25-48FF-B993-28CC6E029FDD}" sibTransId="{DB2E843A-4107-47E4-9A98-486AB10478F4}"/>
    <dgm:cxn modelId="{A51650D5-4697-4AF9-B788-A9A1A0C78CF6}" type="presOf" srcId="{9C26C7B2-E1E5-4FE7-8066-0770EB43DC97}" destId="{24F21BC8-BA1D-4544-9E94-C3005293E566}" srcOrd="0" destOrd="0" presId="urn:microsoft.com/office/officeart/2005/8/layout/process5"/>
    <dgm:cxn modelId="{CDBF97DE-6B00-4F51-A24E-C55A67946153}" type="presOf" srcId="{9DF19F4D-0687-4336-9960-7C2573730D1F}" destId="{0970D718-8997-4F7D-8141-853DE5C2BC94}" srcOrd="0" destOrd="0" presId="urn:microsoft.com/office/officeart/2005/8/layout/process5"/>
    <dgm:cxn modelId="{7F6C12E6-7195-4839-95E4-E627137CE1CD}" type="presOf" srcId="{56EED5F1-F930-441D-8587-4F6068A5ECF3}" destId="{57A5D9D0-4CF1-4970-9CA2-64FEEF6DA227}" srcOrd="1" destOrd="0" presId="urn:microsoft.com/office/officeart/2005/8/layout/process5"/>
    <dgm:cxn modelId="{03BBF9EA-9D37-41B7-B4DD-C436A707506B}" type="presOf" srcId="{E8D0B65B-998D-4CE5-8137-229CA13971FC}" destId="{53E9CCAB-4853-4B91-BF99-D5F58FABD22E}" srcOrd="0" destOrd="0" presId="urn:microsoft.com/office/officeart/2005/8/layout/process5"/>
    <dgm:cxn modelId="{74A657F1-1779-4D36-8BE6-406F4F37AD9B}" type="presOf" srcId="{5D821C37-055B-4D49-AC46-5E6D4EAD7250}" destId="{10D4093F-6EE2-47D5-BD79-C65B570DB755}" srcOrd="0" destOrd="0" presId="urn:microsoft.com/office/officeart/2005/8/layout/process5"/>
    <dgm:cxn modelId="{281E6FF4-B95F-4250-9CAB-1918B6D8FB3A}" type="presOf" srcId="{5F4BECC4-E9E9-4761-B15F-55E7CCED4362}" destId="{20597D76-BF11-42D7-8072-A3E33C1A6DA4}" srcOrd="1" destOrd="0" presId="urn:microsoft.com/office/officeart/2005/8/layout/process5"/>
    <dgm:cxn modelId="{6CCF37F5-E298-4F5B-AA15-1AC170F85209}" srcId="{F9D3D501-B86C-4F1E-89BD-4735EC51F0E1}" destId="{5D821C37-055B-4D49-AC46-5E6D4EAD7250}" srcOrd="3" destOrd="0" parTransId="{9576E45E-4DA8-42B4-B61B-D1C5D83548EA}" sibTransId="{8E9500B9-0192-4B7D-ADD7-5D8793614E7B}"/>
    <dgm:cxn modelId="{AC1FF1F8-F2C2-484E-9655-115638ED47FD}" type="presOf" srcId="{CEA1D6CF-FD70-4120-A15A-9C479457300D}" destId="{89A19E67-9BFE-4DB6-B510-92135C487022}" srcOrd="0" destOrd="0" presId="urn:microsoft.com/office/officeart/2005/8/layout/process5"/>
    <dgm:cxn modelId="{74B008FA-159F-4831-92D6-13A9F9C7E968}" type="presOf" srcId="{F75F3DF6-7549-42A4-A741-46D32FA93D20}" destId="{9A3B7813-085E-4D9F-A3DA-736DCEF14ECC}" srcOrd="0" destOrd="0" presId="urn:microsoft.com/office/officeart/2005/8/layout/process5"/>
    <dgm:cxn modelId="{8F0F56FB-C2A5-4AE8-B102-CBB6DA0367D6}" srcId="{F9D3D501-B86C-4F1E-89BD-4735EC51F0E1}" destId="{BF2B5A88-C9B0-45EC-85E7-115D53A4AB8C}" srcOrd="7" destOrd="0" parTransId="{29A7BD89-8649-4EBA-BF4D-38FF38FB418C}" sibTransId="{5FE68665-F8F2-4DA2-B690-FE359FE7B374}"/>
    <dgm:cxn modelId="{2F16B0FB-83B0-43A8-876B-885C1311A33E}" type="presOf" srcId="{852B19B2-1CB9-4139-8BA1-413FCEA14DB1}" destId="{128FEB23-75EA-4DB3-A4BA-0C245E0AF777}" srcOrd="0" destOrd="0" presId="urn:microsoft.com/office/officeart/2005/8/layout/process5"/>
    <dgm:cxn modelId="{93D89AFD-9DE0-41F2-893D-1E1EA5FB1E28}" type="presOf" srcId="{F9D3D501-B86C-4F1E-89BD-4735EC51F0E1}" destId="{EC4A5BD8-0CB4-407C-A172-AF8703AE0623}" srcOrd="0" destOrd="0" presId="urn:microsoft.com/office/officeart/2005/8/layout/process5"/>
    <dgm:cxn modelId="{0F95C6DA-B941-41C8-A645-E804D66F0455}" type="presParOf" srcId="{EC4A5BD8-0CB4-407C-A172-AF8703AE0623}" destId="{2BABB723-0A08-4615-BE13-5160FAC73EBF}" srcOrd="0" destOrd="0" presId="urn:microsoft.com/office/officeart/2005/8/layout/process5"/>
    <dgm:cxn modelId="{CEDF9351-79AF-447B-A810-AB86161CE667}" type="presParOf" srcId="{EC4A5BD8-0CB4-407C-A172-AF8703AE0623}" destId="{CE6804A1-E2D7-4FB3-96D2-BE5918A19695}" srcOrd="1" destOrd="0" presId="urn:microsoft.com/office/officeart/2005/8/layout/process5"/>
    <dgm:cxn modelId="{2FE16C8F-EC87-44AB-8A4C-10F20DCC5B74}" type="presParOf" srcId="{CE6804A1-E2D7-4FB3-96D2-BE5918A19695}" destId="{38D2E484-D342-4B75-93C2-F0E971AC0892}" srcOrd="0" destOrd="0" presId="urn:microsoft.com/office/officeart/2005/8/layout/process5"/>
    <dgm:cxn modelId="{AB0564C6-CD65-4F91-BCE7-64BB36EFF700}" type="presParOf" srcId="{EC4A5BD8-0CB4-407C-A172-AF8703AE0623}" destId="{7E08AC89-0A37-4D38-953F-5598D9D6D85D}" srcOrd="2" destOrd="0" presId="urn:microsoft.com/office/officeart/2005/8/layout/process5"/>
    <dgm:cxn modelId="{786A6B51-04F7-4D56-A82E-B6C9617D83C2}" type="presParOf" srcId="{EC4A5BD8-0CB4-407C-A172-AF8703AE0623}" destId="{A525BCF4-5DE5-4642-8C19-3F645E88B35D}" srcOrd="3" destOrd="0" presId="urn:microsoft.com/office/officeart/2005/8/layout/process5"/>
    <dgm:cxn modelId="{9EC97899-A436-4FCE-9ACE-0171B42FC3BF}" type="presParOf" srcId="{A525BCF4-5DE5-4642-8C19-3F645E88B35D}" destId="{A0D1E0E7-3D5A-4B80-9E0A-5298EB053FC7}" srcOrd="0" destOrd="0" presId="urn:microsoft.com/office/officeart/2005/8/layout/process5"/>
    <dgm:cxn modelId="{76AC3AF4-D396-4E21-BC9C-E9D26F1BA205}" type="presParOf" srcId="{EC4A5BD8-0CB4-407C-A172-AF8703AE0623}" destId="{26FF3AAE-43FB-4DB3-A01D-76524527BABE}" srcOrd="4" destOrd="0" presId="urn:microsoft.com/office/officeart/2005/8/layout/process5"/>
    <dgm:cxn modelId="{81460511-E44E-41A0-84C1-EA642EDFE40C}" type="presParOf" srcId="{EC4A5BD8-0CB4-407C-A172-AF8703AE0623}" destId="{A783314F-6A24-413F-A958-D99CEE17C3B3}" srcOrd="5" destOrd="0" presId="urn:microsoft.com/office/officeart/2005/8/layout/process5"/>
    <dgm:cxn modelId="{983D6748-DF3E-436A-85C9-5E67D04B40EF}" type="presParOf" srcId="{A783314F-6A24-413F-A958-D99CEE17C3B3}" destId="{20597D76-BF11-42D7-8072-A3E33C1A6DA4}" srcOrd="0" destOrd="0" presId="urn:microsoft.com/office/officeart/2005/8/layout/process5"/>
    <dgm:cxn modelId="{BE928F68-45B4-42F7-B1D4-2404E599BC25}" type="presParOf" srcId="{EC4A5BD8-0CB4-407C-A172-AF8703AE0623}" destId="{10D4093F-6EE2-47D5-BD79-C65B570DB755}" srcOrd="6" destOrd="0" presId="urn:microsoft.com/office/officeart/2005/8/layout/process5"/>
    <dgm:cxn modelId="{B1B2D282-DFFD-4DB8-9B69-D77A31EB8994}" type="presParOf" srcId="{EC4A5BD8-0CB4-407C-A172-AF8703AE0623}" destId="{9ED8263B-2BBB-4414-957C-9A785E19FD4B}" srcOrd="7" destOrd="0" presId="urn:microsoft.com/office/officeart/2005/8/layout/process5"/>
    <dgm:cxn modelId="{C4B3B8F1-ACE6-4C14-AF16-0A1BFEF3E1E6}" type="presParOf" srcId="{9ED8263B-2BBB-4414-957C-9A785E19FD4B}" destId="{2639E658-D08B-433F-8AF4-508443AD5693}" srcOrd="0" destOrd="0" presId="urn:microsoft.com/office/officeart/2005/8/layout/process5"/>
    <dgm:cxn modelId="{C508685D-391B-4B4C-98F3-469A606141FA}" type="presParOf" srcId="{EC4A5BD8-0CB4-407C-A172-AF8703AE0623}" destId="{53E9CCAB-4853-4B91-BF99-D5F58FABD22E}" srcOrd="8" destOrd="0" presId="urn:microsoft.com/office/officeart/2005/8/layout/process5"/>
    <dgm:cxn modelId="{413E9058-D62F-4D6A-BC4B-8A7C95D3C969}" type="presParOf" srcId="{EC4A5BD8-0CB4-407C-A172-AF8703AE0623}" destId="{0970D718-8997-4F7D-8141-853DE5C2BC94}" srcOrd="9" destOrd="0" presId="urn:microsoft.com/office/officeart/2005/8/layout/process5"/>
    <dgm:cxn modelId="{0F1624FF-3181-4752-8CAC-358E0EB9CF87}" type="presParOf" srcId="{0970D718-8997-4F7D-8141-853DE5C2BC94}" destId="{C57E8DA5-622A-4C59-A78B-6D34AD44B022}" srcOrd="0" destOrd="0" presId="urn:microsoft.com/office/officeart/2005/8/layout/process5"/>
    <dgm:cxn modelId="{47D24BA6-7511-4EA1-8178-4FBA22017D86}" type="presParOf" srcId="{EC4A5BD8-0CB4-407C-A172-AF8703AE0623}" destId="{128FEB23-75EA-4DB3-A4BA-0C245E0AF777}" srcOrd="10" destOrd="0" presId="urn:microsoft.com/office/officeart/2005/8/layout/process5"/>
    <dgm:cxn modelId="{BA6D6798-DDF3-4C71-B2BD-BD9294ECF50D}" type="presParOf" srcId="{EC4A5BD8-0CB4-407C-A172-AF8703AE0623}" destId="{68D51E05-3844-4AB5-9421-7CB785E3A7BF}" srcOrd="11" destOrd="0" presId="urn:microsoft.com/office/officeart/2005/8/layout/process5"/>
    <dgm:cxn modelId="{730416F6-99F2-4B01-95E5-4287F82EF963}" type="presParOf" srcId="{68D51E05-3844-4AB5-9421-7CB785E3A7BF}" destId="{F8C65AC1-6A95-4EE2-8C10-193C26708C95}" srcOrd="0" destOrd="0" presId="urn:microsoft.com/office/officeart/2005/8/layout/process5"/>
    <dgm:cxn modelId="{8B6E7BFF-5072-485F-9818-415248052C80}" type="presParOf" srcId="{EC4A5BD8-0CB4-407C-A172-AF8703AE0623}" destId="{A6C797F7-F344-4D85-AB38-04EB32F3F20C}" srcOrd="12" destOrd="0" presId="urn:microsoft.com/office/officeart/2005/8/layout/process5"/>
    <dgm:cxn modelId="{16D41B08-9EB6-4872-9667-9DC56C819C7F}" type="presParOf" srcId="{EC4A5BD8-0CB4-407C-A172-AF8703AE0623}" destId="{89A19E67-9BFE-4DB6-B510-92135C487022}" srcOrd="13" destOrd="0" presId="urn:microsoft.com/office/officeart/2005/8/layout/process5"/>
    <dgm:cxn modelId="{36293BF2-5964-436A-B879-B1309AA0CB7E}" type="presParOf" srcId="{89A19E67-9BFE-4DB6-B510-92135C487022}" destId="{D65827E3-FCAC-4740-A6AB-4AF9941F7863}" srcOrd="0" destOrd="0" presId="urn:microsoft.com/office/officeart/2005/8/layout/process5"/>
    <dgm:cxn modelId="{40556392-F627-4672-88CD-A534D1259705}" type="presParOf" srcId="{EC4A5BD8-0CB4-407C-A172-AF8703AE0623}" destId="{480D4919-345B-41D1-BA4F-F75EF2BFB98E}" srcOrd="14" destOrd="0" presId="urn:microsoft.com/office/officeart/2005/8/layout/process5"/>
    <dgm:cxn modelId="{BA38A574-A1AA-47D2-BCEE-4C4D1CBF22E7}" type="presParOf" srcId="{EC4A5BD8-0CB4-407C-A172-AF8703AE0623}" destId="{7559788B-F2C7-4FE5-A264-46A2292E7832}" srcOrd="15" destOrd="0" presId="urn:microsoft.com/office/officeart/2005/8/layout/process5"/>
    <dgm:cxn modelId="{002058B2-E437-4CC6-BEAC-B4832C633C38}" type="presParOf" srcId="{7559788B-F2C7-4FE5-A264-46A2292E7832}" destId="{E72E2ED0-0C3D-4FFE-A7F1-50327A0270D0}" srcOrd="0" destOrd="0" presId="urn:microsoft.com/office/officeart/2005/8/layout/process5"/>
    <dgm:cxn modelId="{73AF2985-5F65-4C44-823C-C7A75EDB3A48}" type="presParOf" srcId="{EC4A5BD8-0CB4-407C-A172-AF8703AE0623}" destId="{54C317E2-8B25-49CA-915E-00D976CA2BE4}" srcOrd="16" destOrd="0" presId="urn:microsoft.com/office/officeart/2005/8/layout/process5"/>
    <dgm:cxn modelId="{E3CAF9BD-AE63-4125-AC11-860DD05F5DE1}" type="presParOf" srcId="{EC4A5BD8-0CB4-407C-A172-AF8703AE0623}" destId="{0BD50FC7-F194-4BFA-9B10-1C2D37022F09}" srcOrd="17" destOrd="0" presId="urn:microsoft.com/office/officeart/2005/8/layout/process5"/>
    <dgm:cxn modelId="{5D3F1C75-FC47-4BE1-BD9E-99F296120744}" type="presParOf" srcId="{0BD50FC7-F194-4BFA-9B10-1C2D37022F09}" destId="{287C8371-9753-4F50-9436-0EDFBC842C31}" srcOrd="0" destOrd="0" presId="urn:microsoft.com/office/officeart/2005/8/layout/process5"/>
    <dgm:cxn modelId="{1128E1E6-6F66-45D8-B0E9-F7F78A151A5B}" type="presParOf" srcId="{EC4A5BD8-0CB4-407C-A172-AF8703AE0623}" destId="{24F21BC8-BA1D-4544-9E94-C3005293E566}" srcOrd="18" destOrd="0" presId="urn:microsoft.com/office/officeart/2005/8/layout/process5"/>
    <dgm:cxn modelId="{B1766C16-ACE1-4E55-9A54-190E1485ACA2}" type="presParOf" srcId="{EC4A5BD8-0CB4-407C-A172-AF8703AE0623}" destId="{599E5460-8D62-46B7-BCF3-F73E70247B29}" srcOrd="19" destOrd="0" presId="urn:microsoft.com/office/officeart/2005/8/layout/process5"/>
    <dgm:cxn modelId="{AAA488FC-D05C-444F-B8FD-A61E467081E5}" type="presParOf" srcId="{599E5460-8D62-46B7-BCF3-F73E70247B29}" destId="{57A5D9D0-4CF1-4970-9CA2-64FEEF6DA227}" srcOrd="0" destOrd="0" presId="urn:microsoft.com/office/officeart/2005/8/layout/process5"/>
    <dgm:cxn modelId="{3AE28324-BF10-439B-B1FF-DC0862394D32}" type="presParOf" srcId="{EC4A5BD8-0CB4-407C-A172-AF8703AE0623}" destId="{1D3F53B0-8323-4083-80B9-49FCC1E4AF85}" srcOrd="20" destOrd="0" presId="urn:microsoft.com/office/officeart/2005/8/layout/process5"/>
    <dgm:cxn modelId="{3874E86B-8BE0-4349-B786-F879670E31DC}" type="presParOf" srcId="{EC4A5BD8-0CB4-407C-A172-AF8703AE0623}" destId="{F13C87D9-EBA5-4623-A509-E96FD613967D}" srcOrd="21" destOrd="0" presId="urn:microsoft.com/office/officeart/2005/8/layout/process5"/>
    <dgm:cxn modelId="{F0167052-C263-4C28-A4AA-5A1A69520DFC}" type="presParOf" srcId="{F13C87D9-EBA5-4623-A509-E96FD613967D}" destId="{269FE855-B42D-4FA2-9BF9-D7F4A997687C}" srcOrd="0" destOrd="0" presId="urn:microsoft.com/office/officeart/2005/8/layout/process5"/>
    <dgm:cxn modelId="{5ECCB3A9-DEAB-4405-B44C-FA4B2AA9F807}" type="presParOf" srcId="{EC4A5BD8-0CB4-407C-A172-AF8703AE0623}" destId="{9A3B7813-085E-4D9F-A3DA-736DCEF14ECC}" srcOrd="2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BB723-0A08-4615-BE13-5160FAC73EBF}">
      <dsp:nvSpPr>
        <dsp:cNvPr id="0" name=""/>
        <dsp:cNvSpPr/>
      </dsp:nvSpPr>
      <dsp:spPr>
        <a:xfrm>
          <a:off x="4621" y="90422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Administrator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Administrator logs into the secure ballot administration system</a:t>
          </a:r>
          <a:endParaRPr lang="en-IN" sz="1600" kern="1200" dirty="0"/>
        </a:p>
      </dsp:txBody>
      <dsp:txXfrm>
        <a:off x="40127" y="125928"/>
        <a:ext cx="1949441" cy="1141260"/>
      </dsp:txXfrm>
    </dsp:sp>
    <dsp:sp modelId="{CE6804A1-E2D7-4FB3-96D2-BE5918A19695}">
      <dsp:nvSpPr>
        <dsp:cNvPr id="0" name=""/>
        <dsp:cNvSpPr/>
      </dsp:nvSpPr>
      <dsp:spPr>
        <a:xfrm>
          <a:off x="2202874" y="446022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202874" y="546236"/>
        <a:ext cx="299835" cy="300644"/>
      </dsp:txXfrm>
    </dsp:sp>
    <dsp:sp modelId="{7E08AC89-0A37-4D38-953F-5598D9D6D85D}">
      <dsp:nvSpPr>
        <dsp:cNvPr id="0" name=""/>
        <dsp:cNvSpPr/>
      </dsp:nvSpPr>
      <dsp:spPr>
        <a:xfrm>
          <a:off x="2833255" y="90422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Administrator creates a new ballot</a:t>
          </a:r>
          <a:endParaRPr lang="en-IN" sz="1600" kern="1200" dirty="0"/>
        </a:p>
      </dsp:txBody>
      <dsp:txXfrm>
        <a:off x="2868761" y="125928"/>
        <a:ext cx="1949441" cy="1141260"/>
      </dsp:txXfrm>
    </dsp:sp>
    <dsp:sp modelId="{A525BCF4-5DE5-4642-8C19-3F645E88B35D}">
      <dsp:nvSpPr>
        <dsp:cNvPr id="0" name=""/>
        <dsp:cNvSpPr/>
      </dsp:nvSpPr>
      <dsp:spPr>
        <a:xfrm>
          <a:off x="5031509" y="446022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031509" y="546236"/>
        <a:ext cx="299835" cy="300644"/>
      </dsp:txXfrm>
    </dsp:sp>
    <dsp:sp modelId="{26FF3AAE-43FB-4DB3-A01D-76524527BABE}">
      <dsp:nvSpPr>
        <dsp:cNvPr id="0" name=""/>
        <dsp:cNvSpPr/>
      </dsp:nvSpPr>
      <dsp:spPr>
        <a:xfrm>
          <a:off x="5661890" y="90422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Ballot header is configured (title, instructions, voting dates)</a:t>
          </a:r>
          <a:endParaRPr lang="en-IN" sz="1600" kern="1200" dirty="0"/>
        </a:p>
      </dsp:txBody>
      <dsp:txXfrm>
        <a:off x="5697396" y="125928"/>
        <a:ext cx="1949441" cy="1141260"/>
      </dsp:txXfrm>
    </dsp:sp>
    <dsp:sp modelId="{A783314F-6A24-413F-A958-D99CEE17C3B3}">
      <dsp:nvSpPr>
        <dsp:cNvPr id="0" name=""/>
        <dsp:cNvSpPr/>
      </dsp:nvSpPr>
      <dsp:spPr>
        <a:xfrm>
          <a:off x="7860144" y="446022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7860144" y="546236"/>
        <a:ext cx="299835" cy="300644"/>
      </dsp:txXfrm>
    </dsp:sp>
    <dsp:sp modelId="{10D4093F-6EE2-47D5-BD79-C65B570DB755}">
      <dsp:nvSpPr>
        <dsp:cNvPr id="0" name=""/>
        <dsp:cNvSpPr/>
      </dsp:nvSpPr>
      <dsp:spPr>
        <a:xfrm>
          <a:off x="8490525" y="90422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Voter eligibility rules are defined</a:t>
          </a:r>
          <a:endParaRPr lang="en-IN" sz="1600" kern="1200" dirty="0"/>
        </a:p>
      </dsp:txBody>
      <dsp:txXfrm>
        <a:off x="8526031" y="125928"/>
        <a:ext cx="1949441" cy="1141260"/>
      </dsp:txXfrm>
    </dsp:sp>
    <dsp:sp modelId="{9ED8263B-2BBB-4414-957C-9A785E19FD4B}">
      <dsp:nvSpPr>
        <dsp:cNvPr id="0" name=""/>
        <dsp:cNvSpPr/>
      </dsp:nvSpPr>
      <dsp:spPr>
        <a:xfrm rot="5400000">
          <a:off x="9286584" y="1444126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9350431" y="1480494"/>
        <a:ext cx="300644" cy="299835"/>
      </dsp:txXfrm>
    </dsp:sp>
    <dsp:sp modelId="{53E9CCAB-4853-4B91-BF99-D5F58FABD22E}">
      <dsp:nvSpPr>
        <dsp:cNvPr id="0" name=""/>
        <dsp:cNvSpPr/>
      </dsp:nvSpPr>
      <dsp:spPr>
        <a:xfrm>
          <a:off x="8490525" y="2110875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Approved ballot is published to the voter portal</a:t>
          </a:r>
          <a:endParaRPr lang="en-IN" sz="1600" kern="1200" dirty="0"/>
        </a:p>
      </dsp:txBody>
      <dsp:txXfrm>
        <a:off x="8526031" y="2146381"/>
        <a:ext cx="1949441" cy="1141260"/>
      </dsp:txXfrm>
    </dsp:sp>
    <dsp:sp modelId="{0970D718-8997-4F7D-8141-853DE5C2BC94}">
      <dsp:nvSpPr>
        <dsp:cNvPr id="0" name=""/>
        <dsp:cNvSpPr/>
      </dsp:nvSpPr>
      <dsp:spPr>
        <a:xfrm rot="10800000">
          <a:off x="7884389" y="2466475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8012890" y="2566689"/>
        <a:ext cx="299835" cy="300644"/>
      </dsp:txXfrm>
    </dsp:sp>
    <dsp:sp modelId="{128FEB23-75EA-4DB3-A4BA-0C245E0AF777}">
      <dsp:nvSpPr>
        <dsp:cNvPr id="0" name=""/>
        <dsp:cNvSpPr/>
      </dsp:nvSpPr>
      <dsp:spPr>
        <a:xfrm>
          <a:off x="5661890" y="2110875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Election authority reviews and approves the ballot</a:t>
          </a:r>
          <a:endParaRPr lang="en-IN" sz="1600" kern="1200" dirty="0"/>
        </a:p>
      </dsp:txBody>
      <dsp:txXfrm>
        <a:off x="5697396" y="2146381"/>
        <a:ext cx="1949441" cy="1141260"/>
      </dsp:txXfrm>
    </dsp:sp>
    <dsp:sp modelId="{68D51E05-3844-4AB5-9421-7CB785E3A7BF}">
      <dsp:nvSpPr>
        <dsp:cNvPr id="0" name=""/>
        <dsp:cNvSpPr/>
      </dsp:nvSpPr>
      <dsp:spPr>
        <a:xfrm rot="10800000">
          <a:off x="5055754" y="2466475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5184255" y="2566689"/>
        <a:ext cx="299835" cy="300644"/>
      </dsp:txXfrm>
    </dsp:sp>
    <dsp:sp modelId="{A6C797F7-F344-4D85-AB38-04EB32F3F20C}">
      <dsp:nvSpPr>
        <dsp:cNvPr id="0" name=""/>
        <dsp:cNvSpPr/>
      </dsp:nvSpPr>
      <dsp:spPr>
        <a:xfrm>
          <a:off x="2833255" y="2110875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Ballot is submitted for approval</a:t>
          </a:r>
          <a:endParaRPr lang="en-IN" sz="1600" kern="1200" dirty="0"/>
        </a:p>
      </dsp:txBody>
      <dsp:txXfrm>
        <a:off x="2868761" y="2146381"/>
        <a:ext cx="1949441" cy="1141260"/>
      </dsp:txXfrm>
    </dsp:sp>
    <dsp:sp modelId="{89A19E67-9BFE-4DB6-B510-92135C487022}">
      <dsp:nvSpPr>
        <dsp:cNvPr id="0" name=""/>
        <dsp:cNvSpPr/>
      </dsp:nvSpPr>
      <dsp:spPr>
        <a:xfrm rot="10800000">
          <a:off x="2227119" y="2466475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10800000">
        <a:off x="2355620" y="2566689"/>
        <a:ext cx="299835" cy="300644"/>
      </dsp:txXfrm>
    </dsp:sp>
    <dsp:sp modelId="{480D4919-345B-41D1-BA4F-F75EF2BFB98E}">
      <dsp:nvSpPr>
        <dsp:cNvPr id="0" name=""/>
        <dsp:cNvSpPr/>
      </dsp:nvSpPr>
      <dsp:spPr>
        <a:xfrm>
          <a:off x="4621" y="2110875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Ballot line items (questions or candidates) are added</a:t>
          </a:r>
          <a:endParaRPr lang="en-IN" sz="1600" kern="1200" dirty="0"/>
        </a:p>
      </dsp:txBody>
      <dsp:txXfrm>
        <a:off x="40127" y="2146381"/>
        <a:ext cx="1949441" cy="1141260"/>
      </dsp:txXfrm>
    </dsp:sp>
    <dsp:sp modelId="{7559788B-F2C7-4FE5-A264-46A2292E7832}">
      <dsp:nvSpPr>
        <dsp:cNvPr id="0" name=""/>
        <dsp:cNvSpPr/>
      </dsp:nvSpPr>
      <dsp:spPr>
        <a:xfrm rot="5400000">
          <a:off x="800679" y="3464579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 rot="-5400000">
        <a:off x="864526" y="3500947"/>
        <a:ext cx="300644" cy="299835"/>
      </dsp:txXfrm>
    </dsp:sp>
    <dsp:sp modelId="{54C317E2-8B25-49CA-915E-00D976CA2BE4}">
      <dsp:nvSpPr>
        <dsp:cNvPr id="0" name=""/>
        <dsp:cNvSpPr/>
      </dsp:nvSpPr>
      <dsp:spPr>
        <a:xfrm>
          <a:off x="4621" y="4131329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Voters access the ballot and submit their votes</a:t>
          </a:r>
          <a:endParaRPr lang="en-IN" sz="1600" kern="1200" dirty="0"/>
        </a:p>
      </dsp:txBody>
      <dsp:txXfrm>
        <a:off x="40127" y="4166835"/>
        <a:ext cx="1949441" cy="1141260"/>
      </dsp:txXfrm>
    </dsp:sp>
    <dsp:sp modelId="{0BD50FC7-F194-4BFA-9B10-1C2D37022F09}">
      <dsp:nvSpPr>
        <dsp:cNvPr id="0" name=""/>
        <dsp:cNvSpPr/>
      </dsp:nvSpPr>
      <dsp:spPr>
        <a:xfrm>
          <a:off x="2202874" y="4486929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202874" y="4587143"/>
        <a:ext cx="299835" cy="300644"/>
      </dsp:txXfrm>
    </dsp:sp>
    <dsp:sp modelId="{24F21BC8-BA1D-4544-9E94-C3005293E566}">
      <dsp:nvSpPr>
        <dsp:cNvPr id="0" name=""/>
        <dsp:cNvSpPr/>
      </dsp:nvSpPr>
      <dsp:spPr>
        <a:xfrm>
          <a:off x="2833255" y="4131329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System records votes and stores them securely</a:t>
          </a:r>
          <a:endParaRPr lang="en-IN" sz="1600" kern="1200" dirty="0"/>
        </a:p>
      </dsp:txBody>
      <dsp:txXfrm>
        <a:off x="2868761" y="4166835"/>
        <a:ext cx="1949441" cy="1141260"/>
      </dsp:txXfrm>
    </dsp:sp>
    <dsp:sp modelId="{599E5460-8D62-46B7-BCF3-F73E70247B29}">
      <dsp:nvSpPr>
        <dsp:cNvPr id="0" name=""/>
        <dsp:cNvSpPr/>
      </dsp:nvSpPr>
      <dsp:spPr>
        <a:xfrm>
          <a:off x="5031509" y="4486929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031509" y="4587143"/>
        <a:ext cx="299835" cy="300644"/>
      </dsp:txXfrm>
    </dsp:sp>
    <dsp:sp modelId="{1D3F53B0-8323-4083-80B9-49FCC1E4AF85}">
      <dsp:nvSpPr>
        <dsp:cNvPr id="0" name=""/>
        <dsp:cNvSpPr/>
      </dsp:nvSpPr>
      <dsp:spPr>
        <a:xfrm>
          <a:off x="5661890" y="4131329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Voting closes after the defined time period</a:t>
          </a:r>
          <a:endParaRPr lang="en-IN" sz="1600" kern="1200" dirty="0"/>
        </a:p>
      </dsp:txBody>
      <dsp:txXfrm>
        <a:off x="5697396" y="4166835"/>
        <a:ext cx="1949441" cy="1141260"/>
      </dsp:txXfrm>
    </dsp:sp>
    <dsp:sp modelId="{F13C87D9-EBA5-4623-A509-E96FD613967D}">
      <dsp:nvSpPr>
        <dsp:cNvPr id="0" name=""/>
        <dsp:cNvSpPr/>
      </dsp:nvSpPr>
      <dsp:spPr>
        <a:xfrm>
          <a:off x="7860144" y="4486929"/>
          <a:ext cx="428336" cy="50107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7860144" y="4587143"/>
        <a:ext cx="299835" cy="300644"/>
      </dsp:txXfrm>
    </dsp:sp>
    <dsp:sp modelId="{9A3B7813-085E-4D9F-A3DA-736DCEF14ECC}">
      <dsp:nvSpPr>
        <dsp:cNvPr id="0" name=""/>
        <dsp:cNvSpPr/>
      </dsp:nvSpPr>
      <dsp:spPr>
        <a:xfrm>
          <a:off x="8490525" y="4131329"/>
          <a:ext cx="2020453" cy="12122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600" kern="1200" dirty="0"/>
            <a:t>Ballot tabulation engine generates election results</a:t>
          </a:r>
          <a:endParaRPr lang="en-IN" sz="1600" kern="1200" dirty="0"/>
        </a:p>
      </dsp:txBody>
      <dsp:txXfrm>
        <a:off x="8526031" y="4166835"/>
        <a:ext cx="1949441" cy="1141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0AB5E-F4D0-4F88-9C95-1672B7820E7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0063-C6FB-461F-8E96-B24C0BCB9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9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E0063-C6FB-461F-8E96-B24C0BCB9F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52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E0063-C6FB-461F-8E96-B24C0BCB9F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44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E0063-C6FB-461F-8E96-B24C0BCB9F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52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378E-8617-6B35-80AF-87D0BFE42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B0081-A805-9F11-6976-8C44A192D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7A5F3-6E23-28BA-2A46-DD0E4E5A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7D0D-A6CB-6C5B-4CFD-FC24A7A7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26CC7-9325-2A64-C7A6-A1CB0F12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5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740B-1A0A-ABAD-1A17-8AF698EE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4017-FCDD-2A70-B4EB-610E7087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CD39-3D5F-B9D3-9477-A9235B19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BDA4A-4B09-4B31-27EC-180DC845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8EE36-F1D9-DFE9-F0BF-3F6D120C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6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1C33-187B-3523-2E96-115BA226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DEF7F-1B0A-FA02-862E-455477AD9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B7BF6-4913-FCE5-94D1-A214BFC5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A29E5-D851-DF35-F124-8C4D54C1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4C8F-C31A-797F-B951-8353AE5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2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EEED-BF07-ABBF-F8E6-B44D8F85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26206-AB85-5999-8E6D-CFD460989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0C011-2026-68E8-6A65-A6581E577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CF4FA-C5E6-A0BD-5B68-61F3A9DA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2F041-0B44-B443-86CD-A57C1A89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C865B-3548-3BBE-696C-8B4D5B44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1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AB8E-4E80-1D01-AB8F-3C50B9B3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EDFD6-377A-8F10-BF16-CD730CBD8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6F89A-AA2C-645C-E417-96C78896E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A490A-AED0-A072-72A2-40FA28676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C50EA-6817-6CA0-4698-717A5D7C6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954B6-F5A0-50AE-255B-2C8004B1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D6DC5-6505-FAB2-CD7A-B561A1B4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1531F-7516-B5A4-BD6B-C952F285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0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F0FF-6019-8CC8-A1E5-0D1C87D2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FDC7E-F5DD-D651-40EC-9FB743C05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BCE65-5DFE-2321-25CD-19A81D31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991C0-4C48-3BC0-AD01-7C6A87DF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8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F4087-290B-3AF4-9621-51047937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E4CF4-9750-AB14-8ED9-EA472F86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E3CBC-3E50-3D0A-02A0-08829B26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0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5143-B18F-81B2-C49D-770AF6F9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A5C1-C26E-0F51-191F-29852C1BF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F5CDE-EA59-308D-10A4-29E2DBFFC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D0EA6-AD05-8551-2AF4-9846E447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2AE93-FBCD-0028-4D2D-1E32A646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848A8-05A7-3313-2B45-BB205968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3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6DFA-7FEA-1F02-6159-CC62A2B9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31E19-A55C-B899-7979-778FDC199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0A438-7479-5CEB-1484-608D72AA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36A4-CDF4-0A23-B1BD-F2B7CBFA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EB04A-0117-0B35-B1F5-7FC6CE1B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3F874-C645-DFEB-05D0-CC99808E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4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5BA7-4D8A-9574-223E-108E82BF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71670-52DB-3AFA-38DF-B86A18ABC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23D52-A6A4-3127-281F-3C8BDCC1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7DC87-1E78-A428-058F-9393B9D5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4FD1A-5BA6-EF2B-010C-495E7D52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2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7055E-D0F9-F282-A5D9-86D10F74B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DA580-2600-899E-CF84-FDBFA276C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272DF-3A28-8FD5-6C36-4594A37D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CE75-13D1-BABE-4F69-2AE602585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FB2A7-6377-CB92-D6B8-933C337B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D58BB-CE09-FE69-AAC9-BBEB811B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3EBD7-1870-0A41-5A03-A2B89B379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3569E-349C-8CEA-026B-908765727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727EE-3B16-4583-8A6A-9BEF99A585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BC3E-DE63-88F4-2D4D-D1AF609A8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A2EA0-6199-E23D-2C99-8B8BD1AC3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6BCC5-CD10-49A7-B4EA-E53A1BE4F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4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42AB-33DA-7E89-307B-4BCBBB133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9961096" cy="2852737"/>
          </a:xfrm>
        </p:spPr>
        <p:txBody>
          <a:bodyPr>
            <a:normAutofit/>
          </a:bodyPr>
          <a:lstStyle/>
          <a:p>
            <a:r>
              <a:rPr lang="en-US" sz="6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Australian Federal Government -Online Voting System</a:t>
            </a:r>
            <a:endParaRPr lang="en-US" sz="6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05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C281-41FA-496A-E1D3-83A47F30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and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F1F7-C14B-030D-3C1A-B2520BA5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5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Proposed Meeting Agenda</a:t>
            </a:r>
          </a:p>
          <a:p>
            <a:pPr lvl="1"/>
            <a:r>
              <a:rPr lang="en-US" dirty="0"/>
              <a:t>Review Functional Design (slide already done)</a:t>
            </a:r>
          </a:p>
          <a:p>
            <a:pPr lvl="1"/>
            <a:r>
              <a:rPr lang="en-US" dirty="0"/>
              <a:t>High Level Design – Security (Lisa Chen)</a:t>
            </a:r>
          </a:p>
          <a:p>
            <a:pPr lvl="1"/>
            <a:r>
              <a:rPr lang="en-US" dirty="0"/>
              <a:t>High Level Design – Voter Maintenance (Phil Kurinsky)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High Level Design – Ballot Administration – (You)</a:t>
            </a:r>
          </a:p>
          <a:p>
            <a:pPr lvl="1"/>
            <a:r>
              <a:rPr lang="en-US" dirty="0"/>
              <a:t>High Level Design – Voter Portal (Sandeep Rao)</a:t>
            </a:r>
          </a:p>
          <a:p>
            <a:pPr lvl="1"/>
            <a:r>
              <a:rPr lang="en-US" dirty="0"/>
              <a:t>High Level Design – Administrator Tools and Reporting (Phil and Lisa)</a:t>
            </a:r>
          </a:p>
          <a:p>
            <a:pPr lvl="1"/>
            <a:r>
              <a:rPr lang="en-US" dirty="0"/>
              <a:t>Next Steps (Reginald)</a:t>
            </a:r>
          </a:p>
          <a:p>
            <a:r>
              <a:rPr lang="en-US" dirty="0"/>
              <a:t>High Level Design Instructions</a:t>
            </a:r>
          </a:p>
          <a:p>
            <a:pPr lvl="1"/>
            <a:r>
              <a:rPr lang="en-US" dirty="0"/>
              <a:t>2-3 slides per topic area </a:t>
            </a:r>
          </a:p>
          <a:p>
            <a:pPr lvl="2"/>
            <a:r>
              <a:rPr lang="en-US" dirty="0"/>
              <a:t>Functional Scope Graphic</a:t>
            </a:r>
          </a:p>
          <a:p>
            <a:pPr lvl="2"/>
            <a:r>
              <a:rPr lang="en-US" dirty="0"/>
              <a:t>Process Flow or System Integration map to external systems (if Applicable)</a:t>
            </a:r>
          </a:p>
          <a:p>
            <a:pPr lvl="2"/>
            <a:r>
              <a:rPr lang="en-US" dirty="0"/>
              <a:t>High Level Data Schema (if applicable)</a:t>
            </a:r>
          </a:p>
          <a:p>
            <a:pPr lvl="2"/>
            <a:r>
              <a:rPr lang="en-US" dirty="0"/>
              <a:t>UI Standards Definition and Screen Mockups (Voter Portal Only)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5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6526-40D7-82FF-4E5E-4C788401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145" y="158826"/>
            <a:ext cx="8122499" cy="119438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Modular Design – Ballot Administration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F07EEB-6418-1DB2-A163-03113B6AC0CD}"/>
              </a:ext>
            </a:extLst>
          </p:cNvPr>
          <p:cNvGrpSpPr/>
          <p:nvPr/>
        </p:nvGrpSpPr>
        <p:grpSpPr>
          <a:xfrm>
            <a:off x="628174" y="1667432"/>
            <a:ext cx="2058670" cy="4476410"/>
            <a:chOff x="1456690" y="2804160"/>
            <a:chExt cx="2058670" cy="28350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8C3866-C092-C3A8-3B95-A14C079AFC94}"/>
                </a:ext>
              </a:extLst>
            </p:cNvPr>
            <p:cNvSpPr/>
            <p:nvPr/>
          </p:nvSpPr>
          <p:spPr>
            <a:xfrm>
              <a:off x="1456690" y="3224657"/>
              <a:ext cx="2058670" cy="24146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Authenticate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Enforce Access Hierarchy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Show Eligible Ballots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Allow Add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Allow Modify if not published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03E524-8EDA-ED32-878C-134B270A4D4C}"/>
                </a:ext>
              </a:extLst>
            </p:cNvPr>
            <p:cNvSpPr/>
            <p:nvPr/>
          </p:nvSpPr>
          <p:spPr>
            <a:xfrm>
              <a:off x="1456690" y="2804160"/>
              <a:ext cx="2058670" cy="545062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Ballot Admin Authentication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BC05D3-26F9-C7AE-24F5-0B0D5F8A5DE3}"/>
              </a:ext>
            </a:extLst>
          </p:cNvPr>
          <p:cNvGrpSpPr/>
          <p:nvPr/>
        </p:nvGrpSpPr>
        <p:grpSpPr>
          <a:xfrm>
            <a:off x="2887441" y="1667431"/>
            <a:ext cx="2058670" cy="4460982"/>
            <a:chOff x="1456690" y="2804159"/>
            <a:chExt cx="2058670" cy="40993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01393F-3E48-D5B3-9DC7-A85E2875809A}"/>
                </a:ext>
              </a:extLst>
            </p:cNvPr>
            <p:cNvSpPr/>
            <p:nvPr/>
          </p:nvSpPr>
          <p:spPr>
            <a:xfrm>
              <a:off x="1456690" y="3324224"/>
              <a:ext cx="2058670" cy="35793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Create and edit ballot title, tag line, and instructions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Configure voting start and end/time.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Define Voter Eligibility Rules.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Enable or disable vote modification during the voting period.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5C9B23-2C10-5901-EA70-7DA574EABC6F}"/>
                </a:ext>
              </a:extLst>
            </p:cNvPr>
            <p:cNvSpPr/>
            <p:nvPr/>
          </p:nvSpPr>
          <p:spPr>
            <a:xfrm>
              <a:off x="1456690" y="2804159"/>
              <a:ext cx="2058670" cy="790854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Ballot Header Maintenance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6E4E2E-DDD1-E0D5-F6BB-195B7A63B7BF}"/>
              </a:ext>
            </a:extLst>
          </p:cNvPr>
          <p:cNvGrpSpPr/>
          <p:nvPr/>
        </p:nvGrpSpPr>
        <p:grpSpPr>
          <a:xfrm>
            <a:off x="5146708" y="1671290"/>
            <a:ext cx="2351845" cy="4460980"/>
            <a:chOff x="1456690" y="2804159"/>
            <a:chExt cx="2058670" cy="40993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B5ACE3-B6BD-FC2D-0DFB-ACF8943E23BA}"/>
                </a:ext>
              </a:extLst>
            </p:cNvPr>
            <p:cNvSpPr/>
            <p:nvPr/>
          </p:nvSpPr>
          <p:spPr>
            <a:xfrm>
              <a:off x="1456690" y="3324223"/>
              <a:ext cx="2058670" cy="35793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/>
                <a:t>Add ballot questions or candidate options.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/>
                <a:t>Support different voting formats: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S</a:t>
              </a:r>
              <a:r>
                <a:rPr lang="en-IN" dirty="0"/>
                <a:t>ingle choice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M</a:t>
              </a:r>
              <a:r>
                <a:rPr lang="en-IN" dirty="0" err="1"/>
                <a:t>ultiple</a:t>
              </a:r>
              <a:r>
                <a:rPr lang="en-IN" dirty="0"/>
                <a:t> choice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R</a:t>
              </a:r>
              <a:r>
                <a:rPr lang="en-IN" dirty="0" err="1"/>
                <a:t>anked</a:t>
              </a:r>
              <a:r>
                <a:rPr lang="en-IN" dirty="0"/>
                <a:t> voting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dirty="0"/>
                <a:t>Y</a:t>
              </a:r>
              <a:r>
                <a:rPr lang="en-IN" dirty="0"/>
                <a:t>es / No / Abstain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Allow write-in candidates when applicable.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BF3F8F-0168-8665-5B50-9DB2BE66732E}"/>
                </a:ext>
              </a:extLst>
            </p:cNvPr>
            <p:cNvSpPr/>
            <p:nvPr/>
          </p:nvSpPr>
          <p:spPr>
            <a:xfrm>
              <a:off x="1456690" y="2804159"/>
              <a:ext cx="2058670" cy="787308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Line Item Maintenance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084654-0906-1F1B-4C40-153F98C45BE2}"/>
              </a:ext>
            </a:extLst>
          </p:cNvPr>
          <p:cNvGrpSpPr/>
          <p:nvPr/>
        </p:nvGrpSpPr>
        <p:grpSpPr>
          <a:xfrm>
            <a:off x="7648974" y="1671289"/>
            <a:ext cx="2058670" cy="4460981"/>
            <a:chOff x="1456690" y="2804159"/>
            <a:chExt cx="2058670" cy="409938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689C6C-2601-C683-4A26-3B6ECBCC674A}"/>
                </a:ext>
              </a:extLst>
            </p:cNvPr>
            <p:cNvSpPr/>
            <p:nvPr/>
          </p:nvSpPr>
          <p:spPr>
            <a:xfrm>
              <a:off x="1456690" y="3324224"/>
              <a:ext cx="2058670" cy="35793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Ballot created in draft mode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Approval required from authorized election authority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Ballot published after approval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 modification allowed after publication.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60FF7B-FF17-42B8-AC0B-E627312D6CA6}"/>
                </a:ext>
              </a:extLst>
            </p:cNvPr>
            <p:cNvSpPr/>
            <p:nvPr/>
          </p:nvSpPr>
          <p:spPr>
            <a:xfrm>
              <a:off x="1456690" y="2804159"/>
              <a:ext cx="2058670" cy="78731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 Workflow Approval and Publishing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D7DCD1-FCAB-CCCF-BF5E-FEC2B37EFD01}"/>
              </a:ext>
            </a:extLst>
          </p:cNvPr>
          <p:cNvGrpSpPr/>
          <p:nvPr/>
        </p:nvGrpSpPr>
        <p:grpSpPr>
          <a:xfrm>
            <a:off x="9858065" y="1675146"/>
            <a:ext cx="2058670" cy="4468696"/>
            <a:chOff x="1456690" y="2804159"/>
            <a:chExt cx="2058670" cy="405634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8D10A0-8BA0-9699-BE12-AA6EA0E5D93E}"/>
                </a:ext>
              </a:extLst>
            </p:cNvPr>
            <p:cNvSpPr/>
            <p:nvPr/>
          </p:nvSpPr>
          <p:spPr>
            <a:xfrm>
              <a:off x="1456690" y="3324224"/>
              <a:ext cx="2058670" cy="35362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Notification engine for informing voters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Ballot tabulation engine to calculate results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Audit reporting for compliance and security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Administration role mapping and hierarchy management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9EBE81C-0D6F-2DCB-9F8E-33A53A463B14}"/>
                </a:ext>
              </a:extLst>
            </p:cNvPr>
            <p:cNvSpPr/>
            <p:nvPr/>
          </p:nvSpPr>
          <p:spPr>
            <a:xfrm>
              <a:off x="1456690" y="2804159"/>
              <a:ext cx="2058670" cy="77419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Admin Function and 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529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EF39AF-B6F0-43F1-9453-9D5EBF15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144" y="12626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Ballot Administration – Process Flow</a:t>
            </a:r>
            <a:b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AC1A526-9A83-4417-80B9-5AFAC1C72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813539"/>
              </p:ext>
            </p:extLst>
          </p:nvPr>
        </p:nvGraphicFramePr>
        <p:xfrm>
          <a:off x="758414" y="1226373"/>
          <a:ext cx="10515600" cy="5434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150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0D569D6-F3A1-DE6E-D4B4-DA63EDA37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426722"/>
              </p:ext>
            </p:extLst>
          </p:nvPr>
        </p:nvGraphicFramePr>
        <p:xfrm>
          <a:off x="898250" y="1876127"/>
          <a:ext cx="10595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080">
                  <a:extLst>
                    <a:ext uri="{9D8B030D-6E8A-4147-A177-3AD203B41FA5}">
                      <a16:colId xmlns:a16="http://schemas.microsoft.com/office/drawing/2014/main" val="756342305"/>
                    </a:ext>
                  </a:extLst>
                </a:gridCol>
                <a:gridCol w="2286190">
                  <a:extLst>
                    <a:ext uri="{9D8B030D-6E8A-4147-A177-3AD203B41FA5}">
                      <a16:colId xmlns:a16="http://schemas.microsoft.com/office/drawing/2014/main" val="4210885314"/>
                    </a:ext>
                  </a:extLst>
                </a:gridCol>
                <a:gridCol w="2065468">
                  <a:extLst>
                    <a:ext uri="{9D8B030D-6E8A-4147-A177-3AD203B41FA5}">
                      <a16:colId xmlns:a16="http://schemas.microsoft.com/office/drawing/2014/main" val="3317443504"/>
                    </a:ext>
                  </a:extLst>
                </a:gridCol>
                <a:gridCol w="2005582">
                  <a:extLst>
                    <a:ext uri="{9D8B030D-6E8A-4147-A177-3AD203B41FA5}">
                      <a16:colId xmlns:a16="http://schemas.microsoft.com/office/drawing/2014/main" val="2968037238"/>
                    </a:ext>
                  </a:extLst>
                </a:gridCol>
                <a:gridCol w="2119080">
                  <a:extLst>
                    <a:ext uri="{9D8B030D-6E8A-4147-A177-3AD203B41FA5}">
                      <a16:colId xmlns:a16="http://schemas.microsoft.com/office/drawing/2014/main" val="2605343966"/>
                    </a:ext>
                  </a:extLst>
                </a:gridCol>
              </a:tblGrid>
              <a:tr h="54697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Ballot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Ballot Line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Workflow Approvers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Ballot Status and 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Valid Codes Tables Required (Shared)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82873"/>
                  </a:ext>
                </a:extLst>
              </a:tr>
              <a:tr h="289117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Ballot_ID</a:t>
                      </a:r>
                      <a:r>
                        <a:rPr lang="en-IN" sz="1800" dirty="0"/>
                        <a:t> (Primary Key)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Ballot_Title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Ballot_Tag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Ballot_Status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Start_Date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End_Date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Created_By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Hierarchy_Access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Line_Item_ID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Ballot_ID</a:t>
                      </a:r>
                      <a:r>
                        <a:rPr lang="en-IN" sz="1800" dirty="0"/>
                        <a:t> (Foreign Key)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Question_Text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Vote_Type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Candidate_Options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Allow_Write_In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Approval_ID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Ballot_ID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Approver_Name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Approval_Status</a:t>
                      </a:r>
                      <a:endParaRPr lang="en-I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 err="1"/>
                        <a:t>Approval_Date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Audit_ID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Ballot_ID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Action_Type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Modified_By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Timestamp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Ballot_Type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Voting_Method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User_Roles</a:t>
                      </a:r>
                      <a:endParaRPr lang="en-IN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0848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A8C48B38-4663-4F68-84AA-C851ADE1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506" y="403207"/>
            <a:ext cx="10515600" cy="132556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Ballot Administration – Data Schema</a:t>
            </a:r>
            <a:b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66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486</Words>
  <Application>Microsoft Office PowerPoint</Application>
  <PresentationFormat>Widescreen</PresentationFormat>
  <Paragraphs>103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Australian Federal Government -Online Voting System</vt:lpstr>
      <vt:lpstr>Agenda and Assignments</vt:lpstr>
      <vt:lpstr>High Level Modular Design – Ballot Administration</vt:lpstr>
      <vt:lpstr>Ballot Administration – Process Flow </vt:lpstr>
      <vt:lpstr>Ballot Administration – Data Schema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Australian Federal Government -Online Voting System– High Level Functional Design (Draft for Internal Team Usage)</dc:title>
  <dc:creator>Philip Kurinsky</dc:creator>
  <cp:lastModifiedBy>Vishwas</cp:lastModifiedBy>
  <cp:revision>18</cp:revision>
  <dcterms:created xsi:type="dcterms:W3CDTF">2023-02-14T20:53:56Z</dcterms:created>
  <dcterms:modified xsi:type="dcterms:W3CDTF">2026-03-08T05:12:09Z</dcterms:modified>
</cp:coreProperties>
</file>